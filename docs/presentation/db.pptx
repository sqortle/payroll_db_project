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9645f96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9645f96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09645f96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09645f9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09645f96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09645f96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09645f9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09645f9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9645f96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9645f96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9645f96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09645f96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09645f96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09645f96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9645f96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09645f96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09645f96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09645f9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09645f96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09645f96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9645f96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9645f96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5-11 at 02.30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reenshot 2026-05-11 at 02.30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creenshot 2026-05-11 at 02.30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creenshot 2026-05-11 at 02.43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 title="payroll_chen_erd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775" y="837650"/>
            <a:ext cx="6365299" cy="419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Screenshot 2026-05-11 at 02.30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Screenshot 2026-05-11 at 02.31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Screenshot 2026-05-11 at 02.31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Screenshot 2026-05-11 at 02.32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Screenshot 2026-05-11 at 02.41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Screenshot 2026-05-11 at 02.32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Screenshot 2026-05-11 at 02.32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Screenshot 2026-05-11 at 02.32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